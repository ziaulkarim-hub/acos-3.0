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layout_hint: cover_layout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layout_hint: two_column_narrative_layout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layout_hint: metric_grid_layout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layout_hint: timeline_layout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layout_hint: chapter_divider_layout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layout_hint: product_detail_layout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layout_hint: portfolio_grid_layout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layout_hint: photo_break_layout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layout_hint: closing_layout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