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65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200" b="1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8076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